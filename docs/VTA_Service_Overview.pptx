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B4D8"/>
                </a:solidFill>
              </a:defRPr>
            </a:pPr>
            <a:r>
              <a:t>Verifiable Trust Agent (VTA)</a:t>
            </a:r>
          </a:p>
          <a:p>
            <a:pPr>
              <a:defRPr sz="3200" b="1">
                <a:solidFill>
                  <a:srgbClr val="2ECC71"/>
                </a:solidFill>
              </a:defRPr>
            </a:pPr>
            <a:r>
              <a:t>v0.2.0</a:t>
            </a:r>
          </a:p>
          <a:p/>
          <a:p>
            <a:pPr>
              <a:defRPr sz="2000">
                <a:solidFill>
                  <a:srgbClr val="CCCCCC"/>
                </a:solidFill>
              </a:defRPr>
            </a:pPr>
            <a:r>
              <a:t>Key management, DID operations, and access control</a:t>
            </a:r>
          </a:p>
          <a:p>
            <a:pPr>
              <a:defRPr sz="2000">
                <a:solidFill>
                  <a:srgbClr val="CCCCCC"/>
                </a:solidFill>
              </a:defRPr>
            </a:pPr>
            <a:r>
              <a:t>for Verifiable Trust Communities</a:t>
            </a:r>
          </a:p>
          <a:p/>
          <a:p>
            <a:pPr>
              <a:defRPr sz="1600">
                <a:solidFill>
                  <a:srgbClr val="888899"/>
                </a:solidFill>
              </a:defRPr>
            </a:pPr>
            <a:r>
              <a:t>First Person Network  |  firstperson.network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What is the VTA?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A cryptographic key management agent that: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 Manages BIP-32 derived keys (Ed25519, X25519, P-256)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 Controls access via DID-based authentication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 Communicates over REST API and DIDComm v2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 Runs locally, in the cloud, or inside AWS Nitro Enclaves (TEE)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 Supports encrypted backup, restore, and migration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 Provides Prometheus metrics for operational monitoring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Part of the First Person Network for verifiable trust communities.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Workspace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88899"/>
                </a:solidFill>
              </a:defRPr>
            </a:pPr>
            <a:r>
              <a:t>9 Rust crates with clean layered dependencies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vti-common          Shared foundation (auth, ACL, store, errors)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└── vta-sdk         Data model, SDK client, protocol types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└── vta-service     VTA library (business logic, routes, operations)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    └── vta-enclave  TEE binary (KMS bootstrap, vsock, attestation)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└── vtc-service     Verifiable Trust Community service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└── vta-cli-common  Shared CLI logic (auth, config, HTTP)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    └── pnm-cli     Personal Network Manager CLI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    └── cnm-cli     Community Network Manager CLI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No circular dependencies. vta-service is a library — front-ends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(local binary, TEE enclave, future SGX/serverless) share all logic.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Dual Transport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88899"/>
                </a:solidFill>
              </a:defRPr>
            </a:pPr>
            <a:r>
              <a:t>REST and DIDComm converge on shared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REST Client                          DIDComm Client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│                                      │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│  HTTP + JWT                           │  Mediator + JWE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▼                                      ▼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REST Routes                         DIDComm Router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+ Auth Extractors                   + MessagePolicy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│                                      │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└────────────┬───────────────┘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               ▼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     Shared Operations Layer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               │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               ▼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          fjall Store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Security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88899"/>
                </a:solidFill>
              </a:defRPr>
            </a:pPr>
            <a:r>
              <a:t>5-tier role hierarchy with context scoping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01168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B4D8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B4D8"/>
                          </a:solidFill>
                        </a:defRPr>
                      </a:pPr>
                      <a:r>
                        <a:t>Access Level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B4D8"/>
                          </a:solidFill>
                        </a:defRPr>
                      </a:pPr>
                      <a:r>
                        <a:t>Typical Use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Super Admin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Everything — backup, restore, restart, config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VTA operator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Key management, ACL, contexts, audit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Community admin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Initiator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ACL management, application onboarding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App deployer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Application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API access within allowed contexts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Service account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Monitor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Metrics and health endpoints only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Monitoring system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Authentication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88899"/>
                </a:solidFill>
              </a:defRPr>
            </a:pPr>
            <a:r>
              <a:t>DIDComm v2 challenge-response with EdDSA JWTs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Client                                      VTA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│                                            │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│  POST /auth/challenge {did}                 │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│────────────────────────────────────▶│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│                     Generate challenge       │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│  {session_id, challenge}                     │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│◀────────────────────────────────────│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│                                            │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│  Sign with DID key + POST /auth/            │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│────────────────────────────────────▶│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│                     Verify + issue JWT       │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│  {access_token, refresh_token}               │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│◀────────────────────────────────────│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Key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88899"/>
                </a:solidFill>
              </a:defRPr>
            </a:pPr>
            <a:r>
              <a:t>BIP-32 hierarchical deterministic derivation from single seed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m (BIP-39 seed)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└── 26' (VTI purpose)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├── 2' (Ed25519 domain)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│   ├── 0' (Context: default)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│   │   ├── 0' (Signing key)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│   │   └── 1' (Key agreement)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│   └── 1' (Context: myapp)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│       └── 0' (Signing key)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└── 256' (P-256 domain)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        └── N' (Context) → K' (Key)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Ed25519 (signing) + X25519 (key agreement) + P-256 (secp256r1)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Signing oracle: POST /keys/{key_id}/sign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Seed rotation with retired seed archival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TEE Enclave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88899"/>
                </a:solidFill>
              </a:defRPr>
            </a:pPr>
            <a:r>
              <a:t>AWS Nitro Enclaves with KMS-backed secret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┌──── Nitro Enclave ────┐    ┌─── Parent EC2 ───┐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│                          │    │                     │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│  VTA Service             │    │  Enclave Proxy      │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│  (AES-256-GCM storage)   │◄───┤  (7 vsock channels)  │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│                          │    │                     │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│  KMS Bootstrap           │    │  fjall Store         │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│  (seed + JWT encrypted)  │    │  DID Resolver        │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└──────────────────────────┘    └─────────────────────┘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• KMS GenerateDataKey with Nitro attestation (PCR0 + PCR8)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• AES-256-GCM encrypted storage (key from HKDF of seed)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• Auto-generated did:webvh identity on first boot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• Admin credential bootstrap (operator DID or auto-generated)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Backup &amp; Restore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88899"/>
                </a:solidFill>
              </a:defRPr>
            </a:pPr>
            <a:r>
              <a:t>Password-encrypted portable backups with soft restart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Export: pnm backup export → .vtabak file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Encryption: Argon2id (64 MiB, 3 iter, 4 parallel) → AES-256-GCM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Contains: seed, keys, ACL, contexts, WebVH DIDs, config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Import: preview (confirm=false) → apply → automatic soft restart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TEE: auto re-encrypts secrets with local KMS on import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Security: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Requires super admin authentication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Password minimum: 12 characters (server-enforced)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Works via REST API, DIDComm, and PNM CLI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Backup file is self-contained and portable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DIDComm v2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88899"/>
                </a:solidFill>
              </a:defRPr>
            </a:pPr>
            <a:r>
              <a:t>8 protocol families, 50+ message types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01168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B4D8"/>
                          </a:solidFill>
                        </a:defRPr>
                      </a:pPr>
                      <a:r>
                        <a:t>Family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B4D8"/>
                          </a:solidFill>
                        </a:defRPr>
                      </a:pPr>
                      <a:r>
                        <a:t>Operations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Key Management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create, get, list, rename, revoke, get-secret, sign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Seed Management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list, rotate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Context Management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create, get, list, update, preview-delete, delete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ACL Management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create, get, list, update, delete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Backup Management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export, import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VTA Management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get-config, update-config, restart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Credential Management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generate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Attestation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get-tee-status, request-attestation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Operational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Prometheus metrics:  GET /metrics (authenticated, Monitor role)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─ http_requests_total (counter: method, path, status)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─ http_request_duration_seconds (histogram: method, path)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Structured audit logs:  All security operations logged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─ actor, action, resource, outcome, channel, context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─ Configurable retention period with automatic cleanup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Health checks: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─ GET /health (unauthenticated, minimal)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─ GET /health/details (authenticated, version + TEE status)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Soft restart:  POST /vta/restart or pnm vta restart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─ No process restart needed — threads recycle in-place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DIDComm trust-ping:  End-to-end latency measurement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Quality &amp;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88899"/>
                </a:solidFill>
              </a:defRPr>
            </a:pPr>
            <a:r>
              <a:t>226 tests across the workspace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01168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B4D8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B4D8"/>
                          </a:solidFill>
                        </a:defRPr>
                      </a:pPr>
                      <a:r>
                        <a:t>Tests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B4D8"/>
                          </a:solidFill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API integration (real axum server)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Auth, roles, CRUD, backup, cache, audit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Security enforcement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Role hierarchy, ACL escalation, context scoping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Key derivation (BIP-32)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Ed25519, X25519, P-256 paths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KMS bootstrap (TEE)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Encrypt/decrypt, CMS parsing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Backup crypto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Argon2id + AES-GCM roundtrip, tamper detection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Client SDK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REST + DIDComm client methods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TOML parsing, defaults, env overrides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Other (store, DID, sessions)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104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Store ops, DID generation, sessions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Technology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515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B4D8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B4D8"/>
                          </a:solidFill>
                        </a:defRPr>
                      </a:pPr>
                      <a:r>
                        <a:t>Choice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Language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Rust 1.91+ (edition 2024)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Web framework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Axum 0.8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Async runtime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Tokio (multi-threaded)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Storage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fjall (embedded LSM-tree key-value store)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Cryptography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ed25519-dalek, p256, aes-gcm, argon2, hmac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DID resolution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affinidi-did-resolver-cache-sdk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DIDComm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affinidi-tdk + affinidi-messaging-didcomm-service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JWT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jsonwebtoken (EdDSA / Ed25519)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Metrics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metrics + metrics-exporter-prometheus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TEE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AWS Nitro Enclaves + KMS (GenerateDataKey + attestation)</a:t>
                      </a:r>
                    </a:p>
                  </a:txBody>
                  <a:tcPr>
                    <a:solidFill>
                      <a:srgbClr val="2424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Build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Multi-stage Docker (Alpine 3.21, ~7 MB runtime)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What's New in v0.2.0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TEE Enclave support (AWS Nitro) with KMS attestation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DIDComm service migration (typed router + middleware)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P-256 key support + signing oracle endpoint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Backup &amp; restore with Argon2id + AES-256-GCM encryption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Soft restart infrastructure (no process restart needed)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Prometheus metrics with Monitor role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5-tier role hierarchy (Admin, Initiator, Application, Monitor)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226 tests (51 new integration + security tests)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6 Mermaid architecture diagrams in documentation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Consolidated docs with cross-references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Clippy clean, doc comments on all public handlers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Admin credential delete-after-read security fix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• Server-side backup password enforcement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Learn More</a:t>
            </a:r>
          </a:p>
          <a:p/>
          <a:p>
            <a:pPr>
              <a:defRPr sz="2000">
                <a:solidFill>
                  <a:srgbClr val="FFFFFF"/>
                </a:solidFill>
              </a:defRPr>
            </a:pPr>
            <a:r>
              <a:t>White Paper:  firstperson.network/white-paper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Repository:   github.com/OpenVTC/verifiable-trust-infrastructure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Design Doc:   docs/design.md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Security:     docs/security-architecture.md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TEE Guide:    deploy/nitro/README.md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